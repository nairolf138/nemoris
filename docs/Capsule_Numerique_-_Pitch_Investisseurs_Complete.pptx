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Capsule Numérique Posthume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Coffre-fort numérique chiffré • Déverrouillage après décès • Guide pour les proches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Chaos administratif et émotionnel après un décès</a:t>
            </a:r>
          </a:p>
          <a:p>
            <a:r>
              <a:t>Accès aux comptes/services dispersé, parfois impossible</a:t>
            </a:r>
          </a:p>
          <a:p>
            <a:r>
              <a:t>Souvenirs/consignes perdues, absence de directives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Coffre chiffré E2E, héritiers/contacts de confiance</a:t>
            </a:r>
          </a:p>
          <a:p>
            <a:r>
              <a:t>Détection du décès (INSEE + inactivité) + validation humaine</a:t>
            </a:r>
          </a:p>
          <a:p>
            <a:r>
              <a:t>Messages posthumes + checklists administratives FR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Marché &amp; traction potentielle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France: ~600–700k décès/an; marché funéraire ~3 Md€</a:t>
            </a:r>
          </a:p>
          <a:p>
            <a:r>
              <a:t>Adoption numérique élevée y compris 60+ (progression)</a:t>
            </a:r>
          </a:p>
          <a:p>
            <a:r>
              <a:t>Fenêtre EU: eIDAS 2 (Wallet d'identité) 2024–2026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Concurrence &amp; différenciation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IAM / Apple Legacy / Facebook: écosystèmes fermés</a:t>
            </a:r>
          </a:p>
          <a:p>
            <a:r>
              <a:t>Everplans / GoodTrust / Cake: offres US; abonnement lourd</a:t>
            </a:r>
          </a:p>
          <a:p>
            <a:r>
              <a:t>Notre atout: E2E, FR/EU, juridique local, protocole de déverrouillage éthique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Produit – fonctionnalités noyau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chiffré • Héritiers (k/n) • Déclenchement multi-signal</a:t>
            </a:r>
          </a:p>
          <a:p>
            <a:r>
              <a:t>Messages posthumes • Journal sécurisé • Guide héritiers</a:t>
            </a:r>
          </a:p>
          <a:p>
            <a:r>
              <a:t>Web app (PWA), bientôt mobile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Argon2id (RFC9106) • XChaCha20-Poly1305 (libsodium)</a:t>
            </a:r>
          </a:p>
          <a:p>
            <a:r>
              <a:t>Shamir Secret Sharing (seuil k/n) • signatures Ed25519</a:t>
            </a:r>
          </a:p>
          <a:p>
            <a:r>
              <a:t>Stockage immuable versionné • Pentest • OWASP ASVS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 50 € + Pérennité 1 €/mois</a:t>
            </a:r>
          </a:p>
          <a:p>
            <a:r>
              <a:t>Extensions à la carte (stockage/héritiers/vidéo)</a:t>
            </a:r>
          </a:p>
          <a:p>
            <a:r>
              <a:t>B2B2C (assureurs/notaires/funéraires)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 (base)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Coût infra/support: ~0,50 €/utilisateur/mois (~6 €/an)</a:t>
            </a:r>
          </a:p>
          <a:p>
            <a:r>
              <a:t>ARPU 10 ans: ~170 € (50 € + 12 €/an)</a:t>
            </a:r>
          </a:p>
          <a:p>
            <a:r>
              <a:t>Marge brute ~110 €/client (avant CAC)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(12 mois)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Partenariats funéraires &amp; assureurs (packages)</a:t>
            </a:r>
          </a:p>
          <a:p>
            <a:r>
              <a:t>Campagnes ciblées: notaires, seniors, aidants</a:t>
            </a:r>
          </a:p>
          <a:p>
            <a:r>
              <a:t>Programme parrainage familial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M1–M2: fondations sécu E2E</a:t>
            </a:r>
          </a:p>
          <a:p>
            <a:r>
              <a:t>M3–M6: héritiers + déclenchement + messages</a:t>
            </a:r>
          </a:p>
          <a:p>
            <a:r>
              <a:t>M7–M12: conformité, pilotes B2B, lancement public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Juridique &amp; conformité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RGPD: hors personnes décédées (Recital 27) + droit FR (art. 85 LIL)</a:t>
            </a:r>
          </a:p>
          <a:p>
            <a:r>
              <a:t>DPIA, mentions claires, DPO, conservation</a:t>
            </a:r>
          </a:p>
          <a:p>
            <a:r>
              <a:t>Testament: intégration notaire; pas de valeur testamentaire propre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Partenariats cibles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Assureurs: MAIF, MACIF, Groupama</a:t>
            </a:r>
          </a:p>
          <a:p>
            <a:r>
              <a:t>Notaires: Conseil supérieur du notariat (clé Shamir)</a:t>
            </a:r>
          </a:p>
          <a:p>
            <a:r>
              <a:t>Funéraires: OGF/PFG, Roc-Eclerc; Cloud EU (OVH/Scaleway)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Sécurité: E2E + audits + bug bounty</a:t>
            </a:r>
          </a:p>
          <a:p>
            <a:r>
              <a:t>Confiance: labels, partenariats institutionnels, assurance RC pro</a:t>
            </a:r>
          </a:p>
          <a:p>
            <a:r>
              <a:t>Réglementaire: veille eIDAS/GDPR/CNIL + accompagnement cabinet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Besoins &amp; prochaine étape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Pilotes B2B (assureurs/funéraires)</a:t>
            </a:r>
          </a:p>
          <a:p>
            <a:r>
              <a:t>Budget seed pour audits sécu &amp; lancement</a:t>
            </a:r>
          </a:p>
          <a:p>
            <a:r>
              <a:t>Objectif: 2 000 clients payants année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